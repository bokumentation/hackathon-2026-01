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 singkat: tim dinotice dari Universitas Telkom. SALARAS-RX adalah boundary verifikasi integritas berbasis hardware untuk jalur ingress Manchester/RF. Area fokus 04, Secure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utama: receiver ringan men-decode bitstream tak tepercaya tanpa validasi lapis tautan. Tiga kelas kelemahan dipetakan ke CWE. Tekankan bahwa data korup tetap tampak valid bagi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adalah decoder Manchester Tiny Tapeout 07. Field tail_1..3 (diduga CRC-24) diekspos ke host tetapi tidak pernah dicek, ditandai komentar '// CRC?' pada RTL. Frame rusak bisa terlanjur di-latch sebagai 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Penyerang diasumsikan punya akses pada jalur ingress RF. Host dan bus register dipercaya setelah commit. Empat ancaman utama dipetakan ke CWE.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SALARAS-RX disisipkan antara decoder Manchester dan register host. Tiga layer: L1 framing/FSM, L2 integrity verify, L3 atomic commit. Fail-closed, tanpa mengubah format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memperluas data_validate. Memanfaatkan timer half_period (9 tick) yang sudah ada; validasi window sendiri logika baru. Ditambah timeout dan recovery branch. Timing window hanya pada edge di dalam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menghitung nilai integritas secara streaming lewat LFSR dan membandingkan dengan tail_1..3. Hasil analisis: field bersifat affine tetapi bukan CRC-24 standar, sehingga L2 diparameterisasi.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L3 menggerbangi full dan latch enable secara bersamaan. Jika verifikasi gagal, full ditahan rendah dan fault sticky diangkat. Inilah inti fail-closed.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CWE dipetakan ke satu layer mitigasi. Ini menunjukkan security-by-design, bukan fitur tempelan.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Clock domain tunggal. Front-end baseline (edge_detect, state_machine, data_validate) dengan shift register pada frame_capture; tanpa block RAM. Interface host 8-bit dengan address 4-bit, handshake full dan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jalur memakai golden vector yang sama. S1 simulasi cocotb untuk CI. S2 wired: ESP32 replay ke DE10-Nano, host membaca hasil via USB-UART. Fault injection single-bit flip. Target detection 100 persen, false-reject 0 persen.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ASIC Tiny Tapeout pada sky130; hasil hardening menempati tile 1x2. Target FPGA DE10-Nano Cyclone V. Prototype wired tanpa RF agar deterministik.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Bukti simulasi (S1) dan hasil sintesis sky130 sudah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Rencana tiga hari bootcamp. Hari 1 finalisasi RTL dan integrasi. Hari 2 fault injection dan verifikasi. Hari 3 sintesis, SignalTap, demo dan presentasi Top 5 menuju Top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Pembagian peran: RTL, verifikasi, dan pembimbing. Penutup: terima kasih.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PERURI CHIP HACKATHON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Hardware-Enforced Secure Ingress Barrier for Manchester/RF Serial Links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10896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Fokus 04 - Secure Communication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dinotice - Universitas Telkom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Ibrahim Fauzi Rahman, Idris Syaifulloh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Pembimbing: Dr. Setia Jul Ismail, S.T., M.T.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 serial/RF ringan men-decode bitstream tak tepercaya langsung ke shift register tanpa validasi lapis tautan.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pemrosesan rapuh terhadap transisi tak terduga dan timing (CWE-1245).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Sinyal kendali (full, latch enable) rentan de-sinkronisasi dari data (CWE-1264).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integritas yang sudah dikirim tidak pernah diverifikasi (CWE-354).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Akibatnya payload korup atau hasil fault injection tetap tampil valid bagi host.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Celah pada Baseline tt07-bep-decode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Manchester Tiny Tapeout 07 (433 MHz, 1x1 tile).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integritas 24-bit (tail_1..3) diambil dan diekspos ke host.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pernah dicek pada RTL baseline; ditandai "// CRC?".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data rusak atau tidak selaras dapat terlanjur di-latch sebagai data sah.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 &amp; Attack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Ancaman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korup oleh noise/jitter di jalur 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CWE-354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injection single-bit flip pada payload/integritas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CWE-354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Glitch/timing menyebabkan desinkronisasi kontrol/data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CWE-1264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tak wajar membuat FSM macet/transisi tak sah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CWE-1245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SALARAS-RX Boundary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verifikasi integritas fail-closed: L1 (framing &amp; FSM), L2 (integritas), L3 (atomic commit).</a:t>
            </a:r>
            <a:endParaRPr lang="en-US" sz="1400" dirty="0"/>
          </a:p>
        </p:txBody>
      </p:sp>
      <p:pic>
        <p:nvPicPr>
          <p:cNvPr id="9" name="Image 0" descr="assets/block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6858000" cy="2404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L1 - Framing &amp; FSM Validator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dan perluas data_validate (preamble/type/constant).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window memanfaatkan timer half_period 9 tick yang sudah ada; validator window adalah logika baru.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Default/recovery branch untuk transisi FSM tak terduga.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counter agar FSM tidak macet.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window diterapkan pada edge di dalam frame (setelah preamble valid), bukan hard-reject pada edge awal: start termutilasi yang valid tetap diterima.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L2 - Integrity Verify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LFSR streaming menghitung nilai integritas dari byte payload.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Dibandingkan dengan tail_1..3 yang diterima sebelum commit.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buffer besar; kompleksitas O(n) terhadap jumlah bit frame.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affine (delta satu bit konstan) tetapi tidak cocok CRC-24 standar; penulis baseline menduga kode koreksi galat (ECC).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hanya 7 pasangan tersedia (rank delta 5), sehingga pemetaan penuh belum dapat direkonstruksi; L2 menunggu pasangan tambahan saat bootcamp.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L3 - Atomic Commit Gatekeeper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Gerbang atomik pada sinyal full dan latch enable.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kendali dikomit bersamaan hanya saat frame sah.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verifikasi gagal: full tetap rendah dan fault flag diangkat ke host.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bersifat sticky hingga di-acknowledge host.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Fail-closed: kegagalan menahan data, bukan meloloskannya.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Security-by-design: CWE ke Mitigasi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Kelemahan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Mitigasi SALARAS-RX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CWE-354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Integritas tidak divalidasi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verifikasi sebelum commit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CWE-1245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FSM rapuh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recovery branch + timeout + konsistensi transisi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CWE-1264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Desinkronisasi kontrol/data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atomic commit + fail-closed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dikelola: pin digital_in, timing half-period, handshake full, bus uo_out.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Interface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digital clock domain tunggal.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baseline: edge_detect, state_machine, data_validate (dipakai di frame_capture).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uo_out[7:0], full, fault (sinyal baru).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block RAM: payload pada shift register frame_capture; state tambahan LFSR, flag, counter timing.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LFSR tanpa DSP. Latency commit 1 siklus clock (terukur pada simulasi boundary).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&amp; Prototype (S1 + S2)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(simulasi, jalur CI): cocotb mem-drive digital_in dari capture CSV; fault injection pada level vektor; metrik otomatis.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(wired hardware-in-the-loop): ESP32 (RMT) replay capture ke pin digital_in DE10-Nano; 3.3 V, tanpa level shifter; host membaca uo_out/full/fault via USB-UART.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injection: single-bit flip pada payload dan field integritas, plus gangguan timing/jitter.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Corner-case: start termutilasi valid tetap diterima; glitch dalam frame dan noise ditolak.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target: detection rate 100%, false-reject 0%, latency 1 siklus.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Platform &amp; Prototype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024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ASIC: 1x2 tile, 0.0363 mm^2, WNS 0.00 ns, 1.21 mW (sky130).   FPGA: DE10-Nano (Cyclone V SoC).</a:t>
            </a:r>
            <a:endParaRPr lang="en-US" sz="1300" dirty="0"/>
          </a:p>
        </p:txBody>
      </p:sp>
      <p:pic>
        <p:nvPicPr>
          <p:cNvPr id="9" name="Image 0" descr="assets/prototype-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71600"/>
            <a:ext cx="6035040" cy="941832"/>
          </a:xfrm>
          <a:prstGeom prst="rect">
            <a:avLst/>
          </a:prstGeom>
        </p:spPr>
      </p:pic>
      <p:pic>
        <p:nvPicPr>
          <p:cNvPr id="10" name="Image 1" descr="assets/prototype-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87168"/>
            <a:ext cx="603504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Sementara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Vulnerabilitas 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dan field integritas korup tetap di-latch (full=1, CWE-354)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 SALARAS-RX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Fail-closed: menolak, fault lengket, commit 1 siklus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Hardening sky130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Tile 1x2 (1x1 melampaui 105.57%), 0.0363 mm^2, 0 DRC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 &amp; daya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WNS 0.00 ns; daya tipikal 1.21 mW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Gate-level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Simulasi netlist lolos (3/3)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Bootcamp (18-20 Oktober 2026)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834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1 (18 Okt)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Finalisasi RTL L1-L3 + integrasi 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dapat disimulasikan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2 (19 Okt)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injection + verifikasi cocotb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Laporan detection rate &amp; latency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3 (20 Okt)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Sintesis Quartus, SignalTap, demo DE10-Nano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Bitstream + demo + presentasi Top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&amp; Peran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SALARAS-RX  |  PERURI Chip Hackathon 2026  |  dinotice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14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Ibrahim Fauzi Rahman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Designer: desain L1-L3 (SALARAS-RX) + integrasi 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Idris Syaifulloh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Verification: cocotb, fault injection, metrik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Setia Jul Ismail, S.T., M.T.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Pembimbing: review arsitektur dan metodologi verifikasi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Telkom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SALARAS-RX - PERURI Chip Hackathon 2026</dc:title>
  <dc:subject>PptxGenJS Presentation</dc:subject>
  <dc:creator>dinotice</dc:creator>
  <cp:lastModifiedBy>dinotice</cp:lastModifiedBy>
  <cp:revision>1</cp:revision>
  <dcterms:created xsi:type="dcterms:W3CDTF">2026-10-05T07:12:50Z</dcterms:created>
  <dcterms:modified xsi:type="dcterms:W3CDTF">2026-10-05T07:12:50Z</dcterms:modified>
</cp:coreProperties>
</file>